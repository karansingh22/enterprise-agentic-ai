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53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KARAN SYSTEMS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Built for People  ·  Karan Systems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Employee Onboarding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 1 Guide to Systems, Access &amp; Culture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4592" y="4572000"/>
            <a:ext cx="8979408" cy="571500"/>
          </a:xfrm>
          <a:prstGeom prst="rect">
            <a:avLst/>
          </a:prstGeom>
          <a:solidFill>
            <a:srgbClr val="132D5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IT Team  |  April 2026  |  Confidential — Internal Use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7772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612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Karan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362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story, values &amp; mission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502920" cy="7772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214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1993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Structure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322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leadership &amp; reporting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502920" cy="7772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0815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2953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IT Setup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282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VPN, email, MFA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40480"/>
            <a:ext cx="502920" cy="7772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0416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" y="3913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Identity (SailPoint)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4242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access is managed at KAI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1612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21808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1362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every employee must know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1214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1993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Payroll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2322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expenses, benefits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0815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21808" y="2953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Platforms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21808" y="3282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JIRA, Teams &amp; more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40480"/>
            <a:ext cx="502920" cy="7772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0416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21808" y="3913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30-90 Day Plan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21808" y="4242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milestones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Karan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566160"/>
          </a:xfrm>
          <a:prstGeom prst="rect">
            <a:avLst/>
          </a:prstGeom>
          <a:solidFill>
            <a:srgbClr val="D6E4F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Systems was founded in 2015 with a mission to democratize AI for enterprises. We build intelligent automation and knowledge management products used by 200+ companies across India, SEA, and the Middle East.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Headquartered in Nagpur with offices in Bengaluru, Hyderabad, and Dubai, KAI employs over 1,200 professionals across engineering, product, sales, and operations.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297680" cy="105156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Curiosity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13898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question everything and learn always.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4297680" cy="1051560"/>
          </a:xfrm>
          <a:prstGeom prst="rect">
            <a:avLst/>
          </a:prstGeom>
          <a:solidFill>
            <a:srgbClr val="2563A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258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Integrity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6243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the right thing, even when no one is watching.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429000"/>
            <a:ext cx="4297680" cy="1051560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3493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Impact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38587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ship fast and measure what matters.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572000"/>
            <a:ext cx="192024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572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1,200+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617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4572000"/>
            <a:ext cx="192024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2423160" y="4572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83280" y="4617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4572000"/>
            <a:ext cx="192024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572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4617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Offices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4572000"/>
            <a:ext cx="192024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572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80960" y="4617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IT Setup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57200" cy="11887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2618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978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3075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temporary credentials from IT Support (Floor 3). Log in to your Windows laptop. You'll be prompted to change your password immediately. Password must be 12+ chars, with uppercase, number &amp; special character.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22860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286000"/>
            <a:ext cx="457200" cy="11887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26334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Setup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791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Microsoft Authenticator on your phone. Scan the QR code from your welcome email. Approve a test push notification to confirm MFA is active.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6576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657600"/>
            <a:ext cx="457200" cy="11887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40050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3721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VPN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0507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Cisco AnyConnect from vpn.karansystems.in. Server: vpn.karansystems.in | Group: KAI-Employee. Verify internal sites (hrms.karansystems.in) are accessible.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9144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914400"/>
            <a:ext cx="45720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2618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7800" y="978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Teams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13075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Outlook — your mailbox is pre-provisioned. Sign in to Microsoft Teams with KAI SSO credentials. Join the All Staff and your department Teams channels.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286000"/>
            <a:ext cx="45720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6334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5780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 Portal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6791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identity.karansystems.in — log in with KAI SSO. Set up 3 security questions. Review your pre-provisioned access under My Access.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57600"/>
            <a:ext cx="45720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40050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57800" y="3721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HRMS Portal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40507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hrms.karansystems.in — complete your profile. Upload photo, emergency contact, and bank details for payroll. Check your leave balance.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 — SailPoint IdentityNow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 at Karan Systems is governed by SailPoint IdentityNow — our Identity Governance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2024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1920240" cy="19202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01168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identity.karansystems.in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Request Access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to Cart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Manager Approves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Access Granted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417320"/>
            <a:ext cx="19202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Requests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1920240"/>
            <a:ext cx="1920240" cy="19202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201168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identity.karansystems.in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My Requests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Pending | 🟢 Done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Rejected | 🔵 In Progress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1920240" cy="45720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My Access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920240"/>
            <a:ext cx="1920240" cy="19202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01168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identity.karansystems.in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My Access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groups, apps,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you have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417320"/>
            <a:ext cx="19202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1920240"/>
            <a:ext cx="1920240" cy="19202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201168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certifies your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— keep or revoke.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Uncertified = auto-revoked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Security &amp; Compliance — What You Must Know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5196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Policy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325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chars | 1 uppercase | 1 number | 1 special char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every 90 days | No reuse of last 10 passwords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24028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240280"/>
            <a:ext cx="425196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— Mandatory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2651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Authenticator required for all logins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device? Call IT Helpdesk: Ext. 2000 immediately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56616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566160"/>
            <a:ext cx="425196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3611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Lockout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" y="3977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after 5 failed attempts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Self-unlock: identity.karansystems.in or call Ext. 2000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14400"/>
            <a:ext cx="425196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1325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all data: Public / Internal / Confidential / Restricted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Confidential data via personal email or WhatsApp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40280"/>
            <a:ext cx="425196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18888" y="2651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 will NEVER ask for your password via email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to: security@karansystems.in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66160"/>
            <a:ext cx="425196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3611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8888" y="3977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breach, unauthorized access, or lost device?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IMMEDIATELY to security@karansystems.in or Ext. 2911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Platforms at Karan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783080"/>
          </a:xfrm>
          <a:prstGeom prst="rect">
            <a:avLst/>
          </a:prstGeom>
          <a:solidFill>
            <a:srgbClr val="F5F7FA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(M365)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All-Staff Channels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Dept-specific groups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743200" cy="1783080"/>
          </a:xfrm>
          <a:prstGeom prst="rect">
            <a:avLst/>
          </a:prstGeom>
          <a:solidFill>
            <a:srgbClr val="F5F7FA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Mgmt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38988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— Bug &amp; task tracking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— Documentation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— File sharing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 — Marketing projects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743200" cy="1783080"/>
          </a:xfrm>
          <a:prstGeom prst="rect">
            <a:avLst/>
          </a:prstGeom>
          <a:solidFill>
            <a:srgbClr val="F5F7FA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14400"/>
            <a:ext cx="2743200" cy="384048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38988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IdentityNow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identity.karansystems.in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&amp; MFA self-service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requests &amp; certs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43200" cy="1783080"/>
          </a:xfrm>
          <a:prstGeom prst="rect">
            <a:avLst/>
          </a:prstGeom>
          <a:solidFill>
            <a:srgbClr val="F5F7FA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8036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926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35584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Enterprise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github.com/karan-systems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Actions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via PRs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880360"/>
            <a:ext cx="2743200" cy="1783080"/>
          </a:xfrm>
          <a:prstGeom prst="rect">
            <a:avLst/>
          </a:prstGeom>
          <a:solidFill>
            <a:srgbClr val="F5F7FA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880360"/>
            <a:ext cx="27432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2926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Finance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35584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HRMS: hrms.karansystems.in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attendance, payslip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Concur: Expenses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Finance (Finance dept)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880360"/>
            <a:ext cx="2743200" cy="1783080"/>
          </a:xfrm>
          <a:prstGeom prst="rect">
            <a:avLst/>
          </a:prstGeom>
          <a:solidFill>
            <a:srgbClr val="F5F7FA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880360"/>
            <a:ext cx="27432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926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35584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helpdesk.karansystems.in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IT/HR tickets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Helpdesk: Ext. 2000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30 – 60 – 90 Day Integration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50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43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Settle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60020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IT setup &amp; access provisioning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210312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Attend all onboarding sessions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60604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Meet your team &amp; stakeholders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310896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Shadow a senior colleague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361188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mandatory e-learning (Security, Code of Conduct)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411480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30-day check-in with HR &amp; manager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914400"/>
            <a:ext cx="2743200" cy="59436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950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243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&amp; Build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160020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Take ownership of first project/task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4408" y="210312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Attend team standups &amp; sprint planning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260604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 quarterly goals with manager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64408" y="310896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Request any additional tool access via SailPoint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4408" y="361188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 feedback on onboarding experience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4408" y="411480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 added to relevant distribution lists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914400"/>
            <a:ext cx="27432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950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1243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&amp; Grow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160020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 first milestone independently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0488" y="210312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90-day performance 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0488" y="260604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Identify training &amp; skill gap needs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310896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Confirm permanent access based on role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0488" y="361188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Mentor a newer joiner (if applicable)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0488" y="411480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Submit probation confirmation to HR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2D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Contacts &amp;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203D72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Helpdesk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it-helpdesk@karansystems.in  |  Ext. 2000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203D72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Helpdesk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hr-helpdesk@karansystems.in  |  Ext. 1001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203D72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47472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Identity/Access (SailPoint)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iam@karansystems.in  |  Ext. 2050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1005840"/>
          </a:xfrm>
          <a:prstGeom prst="rect">
            <a:avLst/>
          </a:prstGeom>
          <a:solidFill>
            <a:srgbClr val="203D72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0584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security@karansystems.in  |  Ext. 2911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14800" cy="1005840"/>
          </a:xfrm>
          <a:prstGeom prst="rect">
            <a:avLst/>
          </a:prstGeom>
          <a:solidFill>
            <a:srgbClr val="203D72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Team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715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onboarding@karansystems.in  |  Ext. 1010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203D72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7472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GitHub/DevOps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devops@karansystems.in  |  Ext. 2200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709160"/>
            <a:ext cx="841248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Portals: hrms.karansystems.in  |  identity.karansystems.in  |  helpdesk.karansystems.in  |  vpn.karansystems.in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 Aboard!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18745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part of something meaningful.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boldly. Learn constantly. Work with integrity.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Systems Pvt. Ltd.  |  Built for People.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1092</Words>
  <Application>Microsoft Office PowerPoint</Application>
  <PresentationFormat>On-screen Show (16:9)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Karan Systems — New Employee Onboarding</dc:title>
  <dc:subject>PptxGenJS Presentation</dc:subject>
  <dc:creator>Karan Systems — HR &amp; IT Team</dc:creator>
  <cp:lastModifiedBy>KARAN SINGH</cp:lastModifiedBy>
  <cp:revision>2</cp:revision>
  <dcterms:created xsi:type="dcterms:W3CDTF">2026-04-15T09:26:46Z</dcterms:created>
  <dcterms:modified xsi:type="dcterms:W3CDTF">2026-04-18T14:42:31Z</dcterms:modified>
</cp:coreProperties>
</file>